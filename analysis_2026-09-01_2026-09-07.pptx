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Sales &amp; Operations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ECC71"/>
                </a:solidFill>
              </a:rPr>
              <a:t>2026-09-01  → 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📈 Daily Sales Trend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🏆 Top 10 Products by Revenue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💳 Payment Mode Split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📦 Stock Health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